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De Castro Barreira" userId="e5f1e2ab221cd909" providerId="LiveId" clId="{F8E7DDC1-7722-49F3-A1AC-05FC1DD93DA3}"/>
    <pc:docChg chg="modSld">
      <pc:chgData name="George De Castro Barreira" userId="e5f1e2ab221cd909" providerId="LiveId" clId="{F8E7DDC1-7722-49F3-A1AC-05FC1DD93DA3}" dt="2020-12-17T22:14:50.031" v="10" actId="14100"/>
      <pc:docMkLst>
        <pc:docMk/>
      </pc:docMkLst>
      <pc:sldChg chg="modSp mod">
        <pc:chgData name="George De Castro Barreira" userId="e5f1e2ab221cd909" providerId="LiveId" clId="{F8E7DDC1-7722-49F3-A1AC-05FC1DD93DA3}" dt="2020-12-17T22:14:50.031" v="10" actId="14100"/>
        <pc:sldMkLst>
          <pc:docMk/>
          <pc:sldMk cId="520647549" sldId="257"/>
        </pc:sldMkLst>
        <pc:spChg chg="mod">
          <ac:chgData name="George De Castro Barreira" userId="e5f1e2ab221cd909" providerId="LiveId" clId="{F8E7DDC1-7722-49F3-A1AC-05FC1DD93DA3}" dt="2020-12-17T22:14:50.031" v="10" actId="14100"/>
          <ac:spMkLst>
            <pc:docMk/>
            <pc:sldMk cId="520647549" sldId="257"/>
            <ac:spMk id="10" creationId="{DED39E7D-F695-4064-84F9-4FBC232E68EB}"/>
          </ac:spMkLst>
        </pc:spChg>
        <pc:picChg chg="mod">
          <ac:chgData name="George De Castro Barreira" userId="e5f1e2ab221cd909" providerId="LiveId" clId="{F8E7DDC1-7722-49F3-A1AC-05FC1DD93DA3}" dt="2020-12-17T22:14:09.180" v="6" actId="1076"/>
          <ac:picMkLst>
            <pc:docMk/>
            <pc:sldMk cId="520647549" sldId="257"/>
            <ac:picMk id="3" creationId="{BA0B9C56-1193-4ACD-A7EA-32282D0B5ED4}"/>
          </ac:picMkLst>
        </pc:picChg>
        <pc:picChg chg="mod">
          <ac:chgData name="George De Castro Barreira" userId="e5f1e2ab221cd909" providerId="LiveId" clId="{F8E7DDC1-7722-49F3-A1AC-05FC1DD93DA3}" dt="2020-12-17T22:14:50.031" v="10" actId="14100"/>
          <ac:picMkLst>
            <pc:docMk/>
            <pc:sldMk cId="520647549" sldId="257"/>
            <ac:picMk id="9" creationId="{4240CC61-B1A8-4557-B9CE-353129F9D7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77D5-61F0-4137-BC35-22FBE7BB3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3B590C-B09B-4C9F-8B4F-7569D52AB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ED7A76-14E8-4F91-8531-D50FF7CE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90CE26-FDF9-493F-8DB6-D3AE76D1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FA39B0-16EC-4CDA-8554-476969D0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24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3E3AD-6B1E-4A0E-B6F4-E1916C0C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E532F-3A0B-4A47-BA70-E40075AC5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C1E341-4734-4D88-B299-1B4BA2E2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CDE7C3-54F2-4D9B-AADD-59367D78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0CDA2-9977-4A56-BC06-E2786FF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81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9052F-EBB2-409C-8C03-78255F29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4395C5-6BA2-4290-8C55-BB304287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298038-EB97-4A85-950D-3AF59B6E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DBF03F-8722-45C4-987A-6F9C0E4F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AABA11-AA1A-4EA2-839D-B8F96689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19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37366-9FFB-4DEC-A729-FAB4E030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8AD10E-281C-41F9-9AB5-B10F85703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8C3B70-662D-4620-AE0B-BCD9E8DEF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E50C0B-BD59-49CA-A28D-36E82322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F8426D-1FE5-44A8-A0F2-FE59D853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E58FAC-DCC4-4944-A653-CE49D8C1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0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AD65E-52AF-4A55-84E4-4099BAF9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F8E260-32D9-4A75-8EBE-479EE3FC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01F086-372D-44FE-88A4-F975CC8A5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FF8D03-2C18-4B75-9695-34B6DD490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06CC32-4090-4E54-AA2C-6DBC34A41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CDEE9B-F5B4-4FD4-B67F-380616BB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1DABE3-DCF9-426C-B51F-CF33DB62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67AA19-9432-405A-B648-064F643C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73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90321-F389-4A21-8BF4-B00EAB06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30A834-1B7F-4DD6-95FE-72036F1D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50334F-C24F-4AA6-BBE8-A2E77D50C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45FB7B-F92E-4B4F-8D7F-D53F104D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40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77BABF-822F-42BC-8021-8BD6ADD4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999C8F-2B86-48E7-BBB4-51049A4D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B9C3FC-1697-40C5-9251-EFE8EBAB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96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AEAC4-9525-457F-B3CF-231CACF6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D27B2-61D0-4E98-8FE2-5AE4017F5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76873C-911F-4EFE-941E-DFC137A86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32D738-5B18-42D1-910B-EA91FCA4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474FA2-2329-462A-91C9-6E06923D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D0A753-EEDD-45A1-A3F0-A3BE8BA3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49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F3DA9-C514-4E52-82F2-F5FDFDD4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E98BD9-56C6-4B19-82BA-CB1FB6233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6E1A6E-59C5-4BA7-B8C2-93898629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C9CEA3-42A3-43FD-9F41-293EAE69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BDDC17-BDAE-4EE8-8EB0-6B6197E7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4778B8-6752-472E-A4E8-39F05E58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12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24258-1766-41D5-AA7F-CED23620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7615A5-72A3-4148-BEDF-200930360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6CB087-036E-4862-938F-AF436869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25D70-1F43-4C64-98FC-2F394668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2B5B1-C5E5-4946-B87E-C4642DE7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8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279179-4460-4A26-896B-002DE8E3B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41D302-44F9-4B2C-A98E-4DF2A82D9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4EA446-A103-4C95-9164-291088C8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0DC8C5-EFBC-4A62-8C87-9FA149B3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EE5973-AF68-4FF2-A6D6-FF99068E4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11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887804-F9E4-4E80-8592-5D3430FD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6211CF-0381-40D9-B98F-2514C316A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069B66-E74F-47CC-9DDC-8DE9DB3FD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3F8F0-DE3A-4559-8F58-3E9884A9AC99}" type="datetimeFigureOut">
              <a:rPr lang="pt-BR" smtClean="0"/>
              <a:t>17/12/2020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C41838-E554-4378-96F6-17F8D14D6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F5D681-49A1-4212-8D08-70554AC13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CBDAF-88EF-4D3C-A860-28198682D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53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ED88176-D69F-4A43-AFAA-E9EC53C1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03" y="163456"/>
            <a:ext cx="7652194" cy="653108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1FF5067-1BF3-4402-BDD4-053CD8D52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149" y="3556452"/>
            <a:ext cx="356924" cy="356924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674A0B46-5DA0-45EE-A28F-55411657ED66}"/>
              </a:ext>
            </a:extLst>
          </p:cNvPr>
          <p:cNvSpPr/>
          <p:nvPr/>
        </p:nvSpPr>
        <p:spPr>
          <a:xfrm>
            <a:off x="5755137" y="1445159"/>
            <a:ext cx="4928948" cy="457951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9D8DDE5-1B22-40CB-AD4B-4A8394DD9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737" y="4109104"/>
            <a:ext cx="356924" cy="356924"/>
          </a:xfrm>
          <a:prstGeom prst="rect">
            <a:avLst/>
          </a:prstGeom>
        </p:spPr>
      </p:pic>
      <p:sp>
        <p:nvSpPr>
          <p:cNvPr id="14" name="Elipse 13">
            <a:extLst>
              <a:ext uri="{FF2B5EF4-FFF2-40B4-BE49-F238E27FC236}">
                <a16:creationId xmlns:a16="http://schemas.microsoft.com/office/drawing/2014/main" id="{F589A43A-DE40-453D-BA01-9AB700815394}"/>
              </a:ext>
            </a:extLst>
          </p:cNvPr>
          <p:cNvSpPr/>
          <p:nvPr/>
        </p:nvSpPr>
        <p:spPr>
          <a:xfrm>
            <a:off x="2256725" y="1997811"/>
            <a:ext cx="4928948" cy="457951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25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A0B9C56-1193-4ACD-A7EA-32282D0B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78" y="125146"/>
            <a:ext cx="9498579" cy="66077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240CC61-B1A8-4557-B9CE-353129F9D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861" y="2419775"/>
            <a:ext cx="403473" cy="352773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DED39E7D-F695-4064-84F9-4FBC232E68EB}"/>
              </a:ext>
            </a:extLst>
          </p:cNvPr>
          <p:cNvSpPr/>
          <p:nvPr/>
        </p:nvSpPr>
        <p:spPr>
          <a:xfrm>
            <a:off x="1868557" y="246741"/>
            <a:ext cx="8388626" cy="550470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647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George De Castro Barreira</dc:creator>
  <cp:lastModifiedBy>George De Castro Barreira</cp:lastModifiedBy>
  <cp:revision>7</cp:revision>
  <dcterms:created xsi:type="dcterms:W3CDTF">2020-12-17T20:21:21Z</dcterms:created>
  <dcterms:modified xsi:type="dcterms:W3CDTF">2020-12-18T10:27:23Z</dcterms:modified>
</cp:coreProperties>
</file>