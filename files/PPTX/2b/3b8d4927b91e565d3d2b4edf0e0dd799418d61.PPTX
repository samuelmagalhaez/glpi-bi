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De Castro Barreira" userId="e5f1e2ab221cd909" providerId="LiveId" clId="{3EBE31CD-AED5-4C06-86D1-F9AE5E54ED17}"/>
    <pc:docChg chg="modSld">
      <pc:chgData name="George De Castro Barreira" userId="e5f1e2ab221cd909" providerId="LiveId" clId="{3EBE31CD-AED5-4C06-86D1-F9AE5E54ED17}" dt="2020-12-18T12:07:02.427" v="1" actId="1076"/>
      <pc:docMkLst>
        <pc:docMk/>
      </pc:docMkLst>
      <pc:sldChg chg="modSp mod">
        <pc:chgData name="George De Castro Barreira" userId="e5f1e2ab221cd909" providerId="LiveId" clId="{3EBE31CD-AED5-4C06-86D1-F9AE5E54ED17}" dt="2020-12-18T12:07:02.427" v="1" actId="1076"/>
        <pc:sldMkLst>
          <pc:docMk/>
          <pc:sldMk cId="551247182" sldId="257"/>
        </pc:sldMkLst>
        <pc:spChg chg="mod">
          <ac:chgData name="George De Castro Barreira" userId="e5f1e2ab221cd909" providerId="LiveId" clId="{3EBE31CD-AED5-4C06-86D1-F9AE5E54ED17}" dt="2020-12-18T12:07:02.427" v="1" actId="1076"/>
          <ac:spMkLst>
            <pc:docMk/>
            <pc:sldMk cId="551247182" sldId="257"/>
            <ac:spMk id="12" creationId="{C2E7F8A7-5431-4755-8A59-4858ADD66D97}"/>
          </ac:spMkLst>
        </pc:spChg>
        <pc:picChg chg="mod">
          <ac:chgData name="George De Castro Barreira" userId="e5f1e2ab221cd909" providerId="LiveId" clId="{3EBE31CD-AED5-4C06-86D1-F9AE5E54ED17}" dt="2020-12-18T12:07:02.427" v="1" actId="1076"/>
          <ac:picMkLst>
            <pc:docMk/>
            <pc:sldMk cId="551247182" sldId="257"/>
            <ac:picMk id="11" creationId="{EBCB571C-B612-4383-A80D-A7235F8477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E3EEE-70E5-4727-BA85-A84F8FF44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0192BB-F0C4-42C6-8D7A-47C65F75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69123-827C-4966-AC4E-1899802B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3C866F-AD4B-4413-8E44-395AD4AA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BE0FAA-52CB-4941-BBC8-775871AF3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8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003BD-BAC5-4479-BFF5-31A1041D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D1ECB2-98E7-49E0-B979-C3C98FEBB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B0B1E-3C60-4D59-8004-59829053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7A219C-A6F0-43D5-95A0-5DFCEE1D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EC4654-8C7B-4227-8281-1ED228B3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E09EF-1313-4660-B9B8-73C0BAEB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6B2F9A-CE90-4491-86B9-7F322534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DBCA0-F578-4D3D-B59D-94E2E31A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600C5A-0606-442A-8126-B9257655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155642-0BA0-4E84-B3A0-8D58B16E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07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0C71B-90C2-46D5-A32D-2AB1E031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F32B8C-6771-4617-AF97-4324D31F5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1CD7E5-A036-4678-94AC-83EA09282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11019C-3EAB-4762-A8E2-61FC76BF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C412EA-311E-4966-AC70-8ED9B806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71BCDC-1648-4DAD-A69D-693D93C7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09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2F586-BDC3-40D5-8B47-A73C5DF0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9C7CC0-7507-46D5-B348-01E87D766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4004C5-F947-421B-9099-1F7763000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B9A414-1F3B-4A8E-8BF8-B4E429418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9DE44A-BCE8-43B1-AE64-7A08FAD9C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FFDE7A5-163B-47A1-9AB8-53EBC651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629AB5-2F77-4F62-9C27-707651A0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5AAF16-D715-4586-8138-013DBB6C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74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82844-CD3E-4C64-B200-1B7761D9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D8E1B4-2E03-407D-B0C1-2A23BB7A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22AAA0-0CE4-441B-9FDC-B3460919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237E3E-4599-4A75-BA94-0FE28B97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71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424CA9-3BE9-4059-BF4A-AF610A38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2CE077-6687-4959-987E-FA39F48C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24D9AC-1B49-4F4F-A44B-43E92105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79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190CC-A7C1-4C14-A815-5C338980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D9856-971C-4570-957B-8138D06B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B88891-5660-4D5E-ADB6-E9D172245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5A0F1B-FBA2-4948-9B09-1A5C30E5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5731FB-2300-4C7A-962A-85266B6E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24DAB7-06D0-4654-895F-B7AA9DF2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3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40D70-F46C-4740-B44C-A74D4E99B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BA311A-7203-472C-AF65-4EEFA9AFC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0C9DCF-5734-4B5E-9E30-7DA50B5E1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252097-E59A-4C9E-B792-74D0C689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1A793B-E2E6-4193-ADBE-1E2F182A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DA194E-B364-48D4-98DA-734540C0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92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5940A-C753-43F9-A7FE-BB4C9DA4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C0E1E0-DEF1-4744-9A3B-EB22C6860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9308D1-3D4B-46F8-9EF9-031CBFBE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04946A-E5D5-44FB-95DC-742A1EB8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B303AC-231E-49B0-B696-1A3E42EC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0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A87A9D-BEE2-410D-B3DB-4718C05D6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CAE6C9-CD6E-4388-9000-0CAAF0A45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51315A-35A9-4FD4-9225-376DFC22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C5BFEF-379E-4849-A472-ABCE6F55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D477A0-8546-4044-8047-FCACF49F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45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C00EBD9-93FF-4C80-B2FE-CF772D0A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A04A10-26F7-470F-95F1-849BD112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13FDB2-31DD-498E-918F-C7D5BD63B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1560A-050C-44A5-9367-3301BF519813}" type="datetimeFigureOut">
              <a:rPr lang="pt-BR" smtClean="0"/>
              <a:t>18/12/2020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5D0CE4-C5E9-46B6-AF49-23985320F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6A360-C929-4505-BC35-40FFA071C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BB8DB-4802-4EBC-AFEE-8D39DFED2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6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BD576F5A-6952-4961-9FBA-5782C538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057275"/>
            <a:ext cx="8343900" cy="474345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6189A37-356B-4455-96B9-BB93906E1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321" y="3258177"/>
            <a:ext cx="341648" cy="341646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CC17D00D-7DFD-4192-AD88-A9E596FB75B2}"/>
              </a:ext>
            </a:extLst>
          </p:cNvPr>
          <p:cNvSpPr/>
          <p:nvPr/>
        </p:nvSpPr>
        <p:spPr>
          <a:xfrm>
            <a:off x="1924050" y="1397083"/>
            <a:ext cx="4294192" cy="406383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E5848A7-4852-4F10-A677-FC0A7F9ED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209" y="4154154"/>
            <a:ext cx="341648" cy="341646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D18F4644-2C55-42B1-92F8-993018C15AAB}"/>
              </a:ext>
            </a:extLst>
          </p:cNvPr>
          <p:cNvSpPr/>
          <p:nvPr/>
        </p:nvSpPr>
        <p:spPr>
          <a:xfrm>
            <a:off x="5802938" y="2293060"/>
            <a:ext cx="4294192" cy="406383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81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39A72B0-F607-45D9-93EF-BC1057D7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60" y="139854"/>
            <a:ext cx="9333879" cy="65782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6A9BCE4-4EE8-47F7-B7C6-03301C0F2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720" y="4531949"/>
            <a:ext cx="435097" cy="435097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EE5B21C9-D6E9-427B-9288-565E86F750AB}"/>
              </a:ext>
            </a:extLst>
          </p:cNvPr>
          <p:cNvSpPr/>
          <p:nvPr/>
        </p:nvSpPr>
        <p:spPr>
          <a:xfrm>
            <a:off x="5094882" y="2161792"/>
            <a:ext cx="5468775" cy="517541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BCB571C-B612-4383-A80D-A7235F847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873" y="3429000"/>
            <a:ext cx="435097" cy="43509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C2E7F8A7-5431-4755-8A59-4858ADD66D97}"/>
              </a:ext>
            </a:extLst>
          </p:cNvPr>
          <p:cNvSpPr/>
          <p:nvPr/>
        </p:nvSpPr>
        <p:spPr>
          <a:xfrm>
            <a:off x="310035" y="1058843"/>
            <a:ext cx="5468775" cy="517541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2471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George De Castro Barreira</dc:creator>
  <cp:lastModifiedBy>George De Castro Barreira</cp:lastModifiedBy>
  <cp:revision>4</cp:revision>
  <dcterms:created xsi:type="dcterms:W3CDTF">2020-12-18T11:14:50Z</dcterms:created>
  <dcterms:modified xsi:type="dcterms:W3CDTF">2020-12-18T12:07:08Z</dcterms:modified>
</cp:coreProperties>
</file>